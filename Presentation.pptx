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vyasri S" userId="83a52502fe58b067" providerId="LiveId" clId="{3B65802E-9979-440C-8EB8-DF99154AB1A8}"/>
    <pc:docChg chg="modSld">
      <pc:chgData name="Dhivyasri S" userId="83a52502fe58b067" providerId="LiveId" clId="{3B65802E-9979-440C-8EB8-DF99154AB1A8}" dt="2026-10-08T13:39:00.108" v="16" actId="20577"/>
      <pc:docMkLst>
        <pc:docMk/>
      </pc:docMkLst>
      <pc:sldChg chg="modSp mod">
        <pc:chgData name="Dhivyasri S" userId="83a52502fe58b067" providerId="LiveId" clId="{3B65802E-9979-440C-8EB8-DF99154AB1A8}" dt="2026-10-08T13:39:00.108" v="16" actId="20577"/>
        <pc:sldMkLst>
          <pc:docMk/>
          <pc:sldMk cId="837057804" sldId="256"/>
        </pc:sldMkLst>
        <pc:spChg chg="mod">
          <ac:chgData name="Dhivyasri S" userId="83a52502fe58b067" providerId="LiveId" clId="{3B65802E-9979-440C-8EB8-DF99154AB1A8}" dt="2026-10-08T13:39:00.108" v="16" actId="20577"/>
          <ac:spMkLst>
            <pc:docMk/>
            <pc:sldMk cId="837057804" sldId="256"/>
            <ac:spMk id="3" creationId="{466635F2-E76E-8456-CFA0-23D9198C9EF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C964CB-461F-46F3-91FE-82D1CC0D96BE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77DAD2A4-4558-416C-BC9D-224DD797BD2A}">
      <dgm:prSet phldrT="[Text]" custT="1"/>
      <dgm:spPr/>
      <dgm:t>
        <a:bodyPr/>
        <a:lstStyle/>
        <a:p>
          <a:r>
            <a:rPr lang="en-US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      </a:t>
          </a:r>
          <a:r>
            <a:rPr lang="en-US" sz="4800">
              <a:latin typeface="Times New Roman" panose="02020603050405020304" pitchFamily="18" charset="0"/>
              <a:cs typeface="Times New Roman" panose="02020603050405020304" pitchFamily="18" charset="0"/>
            </a:rPr>
            <a:t>THANK YOU!</a:t>
          </a:r>
          <a:endParaRPr lang="en-IN" sz="4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2EEA08-99E3-4A43-9895-7C78C74E720B}" type="parTrans" cxnId="{36397F8E-D120-4802-88B0-D9C837C6B056}">
      <dgm:prSet/>
      <dgm:spPr/>
      <dgm:t>
        <a:bodyPr/>
        <a:lstStyle/>
        <a:p>
          <a:endParaRPr lang="en-IN"/>
        </a:p>
      </dgm:t>
    </dgm:pt>
    <dgm:pt modelId="{0CC4D458-9911-4C0C-B0FF-7ECB0E10E579}" type="sibTrans" cxnId="{36397F8E-D120-4802-88B0-D9C837C6B056}">
      <dgm:prSet/>
      <dgm:spPr/>
      <dgm:t>
        <a:bodyPr/>
        <a:lstStyle/>
        <a:p>
          <a:endParaRPr lang="en-IN"/>
        </a:p>
      </dgm:t>
    </dgm:pt>
    <dgm:pt modelId="{2D9CD242-39FA-4516-BD29-498552233CA6}">
      <dgm:prSet phldrT="[Text]" custT="1"/>
      <dgm:spPr/>
      <dgm:t>
        <a:bodyPr/>
        <a:lstStyle/>
        <a:p>
          <a:r>
            <a:rPr lang="en-US" sz="2400" dirty="0"/>
            <a:t>ANY QUESTIONS ?</a:t>
          </a:r>
          <a:endParaRPr lang="en-IN" sz="2400" dirty="0"/>
        </a:p>
      </dgm:t>
    </dgm:pt>
    <dgm:pt modelId="{14A20A9E-AF59-46DA-A4F6-7C1553010339}" type="parTrans" cxnId="{DB4DDCBC-D0F5-4A01-9ECE-BB0AA826743A}">
      <dgm:prSet/>
      <dgm:spPr/>
      <dgm:t>
        <a:bodyPr/>
        <a:lstStyle/>
        <a:p>
          <a:endParaRPr lang="en-IN"/>
        </a:p>
      </dgm:t>
    </dgm:pt>
    <dgm:pt modelId="{E0F27DD9-6506-4135-A702-4343F18F7239}" type="sibTrans" cxnId="{DB4DDCBC-D0F5-4A01-9ECE-BB0AA826743A}">
      <dgm:prSet/>
      <dgm:spPr/>
      <dgm:t>
        <a:bodyPr/>
        <a:lstStyle/>
        <a:p>
          <a:endParaRPr lang="en-IN"/>
        </a:p>
      </dgm:t>
    </dgm:pt>
    <dgm:pt modelId="{0E0CB2A6-10A3-4725-9922-9A1AB2FA803A}" type="pres">
      <dgm:prSet presAssocID="{E2C964CB-461F-46F3-91FE-82D1CC0D96BE}" presName="linear" presStyleCnt="0">
        <dgm:presLayoutVars>
          <dgm:animLvl val="lvl"/>
          <dgm:resizeHandles val="exact"/>
        </dgm:presLayoutVars>
      </dgm:prSet>
      <dgm:spPr/>
    </dgm:pt>
    <dgm:pt modelId="{58630DE8-96F2-486C-95BA-815D7D394613}" type="pres">
      <dgm:prSet presAssocID="{77DAD2A4-4558-416C-BC9D-224DD797BD2A}" presName="parentText" presStyleLbl="node1" presStyleIdx="0" presStyleCnt="1" custScaleX="106745" custScaleY="268074" custLinFactY="-68503" custLinFactNeighborX="102" custLinFactNeighborY="-100000">
        <dgm:presLayoutVars>
          <dgm:chMax val="0"/>
          <dgm:bulletEnabled val="1"/>
        </dgm:presLayoutVars>
      </dgm:prSet>
      <dgm:spPr/>
    </dgm:pt>
    <dgm:pt modelId="{CD9F3545-D702-4B54-8D61-0ECB7FDF9F36}" type="pres">
      <dgm:prSet presAssocID="{77DAD2A4-4558-416C-BC9D-224DD797BD2A}" presName="childText" presStyleLbl="revTx" presStyleIdx="0" presStyleCnt="1" custScaleY="59720">
        <dgm:presLayoutVars>
          <dgm:bulletEnabled val="1"/>
        </dgm:presLayoutVars>
      </dgm:prSet>
      <dgm:spPr/>
    </dgm:pt>
  </dgm:ptLst>
  <dgm:cxnLst>
    <dgm:cxn modelId="{2AF7AD2D-3F85-44AC-9EB9-488033800C93}" type="presOf" srcId="{2D9CD242-39FA-4516-BD29-498552233CA6}" destId="{CD9F3545-D702-4B54-8D61-0ECB7FDF9F36}" srcOrd="0" destOrd="0" presId="urn:microsoft.com/office/officeart/2005/8/layout/vList2"/>
    <dgm:cxn modelId="{CF38DD42-6388-4C42-BCDE-9310DDED5ED4}" type="presOf" srcId="{E2C964CB-461F-46F3-91FE-82D1CC0D96BE}" destId="{0E0CB2A6-10A3-4725-9922-9A1AB2FA803A}" srcOrd="0" destOrd="0" presId="urn:microsoft.com/office/officeart/2005/8/layout/vList2"/>
    <dgm:cxn modelId="{36397F8E-D120-4802-88B0-D9C837C6B056}" srcId="{E2C964CB-461F-46F3-91FE-82D1CC0D96BE}" destId="{77DAD2A4-4558-416C-BC9D-224DD797BD2A}" srcOrd="0" destOrd="0" parTransId="{B92EEA08-99E3-4A43-9895-7C78C74E720B}" sibTransId="{0CC4D458-9911-4C0C-B0FF-7ECB0E10E579}"/>
    <dgm:cxn modelId="{2765AA95-F32D-4107-87B6-F31F552B5E49}" type="presOf" srcId="{77DAD2A4-4558-416C-BC9D-224DD797BD2A}" destId="{58630DE8-96F2-486C-95BA-815D7D394613}" srcOrd="0" destOrd="0" presId="urn:microsoft.com/office/officeart/2005/8/layout/vList2"/>
    <dgm:cxn modelId="{DB4DDCBC-D0F5-4A01-9ECE-BB0AA826743A}" srcId="{77DAD2A4-4558-416C-BC9D-224DD797BD2A}" destId="{2D9CD242-39FA-4516-BD29-498552233CA6}" srcOrd="0" destOrd="0" parTransId="{14A20A9E-AF59-46DA-A4F6-7C1553010339}" sibTransId="{E0F27DD9-6506-4135-A702-4343F18F7239}"/>
    <dgm:cxn modelId="{AA4240A5-3804-420D-B7F3-B88B6AB995A9}" type="presParOf" srcId="{0E0CB2A6-10A3-4725-9922-9A1AB2FA803A}" destId="{58630DE8-96F2-486C-95BA-815D7D394613}" srcOrd="0" destOrd="0" presId="urn:microsoft.com/office/officeart/2005/8/layout/vList2"/>
    <dgm:cxn modelId="{5C8EC976-50B1-442F-8233-720913412C79}" type="presParOf" srcId="{0E0CB2A6-10A3-4725-9922-9A1AB2FA803A}" destId="{CD9F3545-D702-4B54-8D61-0ECB7FDF9F3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30DE8-96F2-486C-95BA-815D7D394613}">
      <dsp:nvSpPr>
        <dsp:cNvPr id="0" name=""/>
        <dsp:cNvSpPr/>
      </dsp:nvSpPr>
      <dsp:spPr>
        <a:xfrm>
          <a:off x="0" y="0"/>
          <a:ext cx="6508954" cy="1283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</a:t>
          </a:r>
          <a:r>
            <a:rPr lang="en-US" sz="4800" kern="1200">
              <a:latin typeface="Times New Roman" panose="02020603050405020304" pitchFamily="18" charset="0"/>
              <a:cs typeface="Times New Roman" panose="02020603050405020304" pitchFamily="18" charset="0"/>
            </a:rPr>
            <a:t>THANK YOU!</a:t>
          </a:r>
          <a:endParaRPr lang="en-IN" sz="4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652" y="62652"/>
        <a:ext cx="6383650" cy="1158136"/>
      </dsp:txXfrm>
    </dsp:sp>
    <dsp:sp modelId="{CD9F3545-D702-4B54-8D61-0ECB7FDF9F36}">
      <dsp:nvSpPr>
        <dsp:cNvPr id="0" name=""/>
        <dsp:cNvSpPr/>
      </dsp:nvSpPr>
      <dsp:spPr>
        <a:xfrm>
          <a:off x="0" y="1794044"/>
          <a:ext cx="6508954" cy="228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659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ANY QUESTIONS ?</a:t>
          </a:r>
          <a:endParaRPr lang="en-IN" sz="2400" kern="1200" dirty="0"/>
        </a:p>
      </dsp:txBody>
      <dsp:txXfrm>
        <a:off x="0" y="1794044"/>
        <a:ext cx="6508954" cy="228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056C9-C7D3-43D9-9F74-C9649142CE3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6433A-BA26-49E2-BC7B-07420FB99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0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6433A-BA26-49E2-BC7B-07420FB99BB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83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57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8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82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56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80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93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27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0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9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065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377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781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571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214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108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05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6F7C603-28AC-4C32-962D-C3315613E41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D3D59A3-FB22-46AA-8A98-B750BE4F3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98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6F34-EF3D-287A-221B-26AD5184F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AND OXYGEN SATURATION MONITORING SYSTEM USING ARDUINO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635F2-E76E-8456-CFA0-23D9198C9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955" y="3657597"/>
            <a:ext cx="2999112" cy="132080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Dhivyasri 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5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727B-3316-D5DF-E9E9-D2A3A84C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2195050" cy="1303867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1600" b="1" dirty="0"/>
              <a:t> :</a:t>
            </a:r>
            <a:endParaRPr lang="en-IN" sz="1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F54D8-E216-8353-B06F-7D71D7260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6283" y="2556932"/>
            <a:ext cx="8920313" cy="3318936"/>
          </a:xfrm>
        </p:spPr>
        <p:txBody>
          <a:bodyPr/>
          <a:lstStyle/>
          <a:p>
            <a:r>
              <a:rPr lang="en-US" dirty="0"/>
              <a:t>The Pulse Monitoring System using the MAX30100 Pulse Oximeter sensor and Arduino Uno.</a:t>
            </a:r>
          </a:p>
          <a:p>
            <a:r>
              <a:rPr lang="en-US" dirty="0"/>
              <a:t>Designed to monitor a person's heart rate (BPM) and blood oxygen saturation levels (SpO2) in real-time. </a:t>
            </a:r>
          </a:p>
          <a:p>
            <a:r>
              <a:rPr lang="en-US" dirty="0"/>
              <a:t>The readings are displayed on a 16x2 I2C LCD screen and provide an efficient way to track vital health metrics at home or in clinical settings.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38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5FD0-1852-D0FC-1CA9-11AF1D97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1909914" cy="1303867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0697A-32CF-1492-8856-974012696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5613" y="2556932"/>
            <a:ext cx="8880984" cy="331893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Arduino Uno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MAX30100 Pulse Oximeter Sensor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16x2 LCD with I2C interface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9V HW Battery with Connector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Connecting Wires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Breadboard (optional)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USB Cable (for programming)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7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5DCC-7EF6-D46D-9B58-885D8EEB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2057398" cy="1303867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04624-8163-F301-A91D-52119160F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631" y="2556932"/>
            <a:ext cx="9057965" cy="3318936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MAX30100: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VIN to 3.3V on Arduino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GND to GND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SDA to A4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SCL to A5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I2C: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VCC to 5V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GND to GND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SDA to A4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SCL to A5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Power: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- 9V Battery via HW connector to Arduino barrel jack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USB connection for programming and power (alternative)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09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AB68-94AF-B5F8-40AE-94C05043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138946" cy="1303867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846AA-D8B7-F26A-A106-BCE7A9681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631" y="2556932"/>
            <a:ext cx="9057965" cy="3318936"/>
          </a:xfrm>
        </p:spPr>
        <p:txBody>
          <a:bodyPr/>
          <a:lstStyle/>
          <a:p>
            <a:r>
              <a:rPr lang="en-US" dirty="0"/>
              <a:t>The MAX30100 sensor uses infrared and red LEDs to detect pulse and oxygen levels in the blood. </a:t>
            </a:r>
          </a:p>
          <a:p>
            <a:r>
              <a:rPr lang="en-US" dirty="0"/>
              <a:t>The Arduino collects this data via I2C and calculates BPM and SpO2, displaying the result on the LCD. </a:t>
            </a:r>
          </a:p>
          <a:p>
            <a:r>
              <a:rPr lang="en-US" dirty="0"/>
              <a:t>A callback function detects each heartbeat and prints a message on the LCD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30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303B-D9D2-DF2F-C4C1-12D04A57C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2450688" cy="1303867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83F792-91BA-B2A9-83C8-5FA7A3A1A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926" y="2557463"/>
            <a:ext cx="6272147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9438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61636-0EF0-C452-B579-61635EFD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2145888" cy="1303867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CODE: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8294BD-8870-FBD9-0982-F3824C448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5885" y="2557463"/>
            <a:ext cx="526425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9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890976-82CC-84F0-2A71-A18F31D52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581" y="2557463"/>
            <a:ext cx="5174258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9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BEEFFB-6A10-6F9A-D3A1-B1B1205A1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570563"/>
              </p:ext>
            </p:extLst>
          </p:nvPr>
        </p:nvGraphicFramePr>
        <p:xfrm>
          <a:off x="3018503" y="2939845"/>
          <a:ext cx="6508955" cy="2532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4152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44</TotalTime>
  <Words>254</Words>
  <Application>Microsoft Office PowerPoint</Application>
  <PresentationFormat>Widescreen</PresentationFormat>
  <Paragraphs>29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Garamond</vt:lpstr>
      <vt:lpstr>Times New Roman</vt:lpstr>
      <vt:lpstr>Wingdings</vt:lpstr>
      <vt:lpstr>Organic</vt:lpstr>
      <vt:lpstr>PULSE AND OXYGEN SATURATION MONITORING SYSTEM USING ARDUINO</vt:lpstr>
      <vt:lpstr>INTRODUCTION :</vt:lpstr>
      <vt:lpstr>COMPONENTS:</vt:lpstr>
      <vt:lpstr>CONNECTIONS:</vt:lpstr>
      <vt:lpstr>WORKING PRINCIPLE:</vt:lpstr>
      <vt:lpstr>CIRCUIT DIAGRAM:</vt:lpstr>
      <vt:lpstr>ARDUINO CODE: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Dhivya sri</dc:creator>
  <cp:lastModifiedBy>Dhivyasri S</cp:lastModifiedBy>
  <cp:revision>1</cp:revision>
  <dcterms:created xsi:type="dcterms:W3CDTF">2025-07-22T19:48:49Z</dcterms:created>
  <dcterms:modified xsi:type="dcterms:W3CDTF">2026-10-08T13:39:03Z</dcterms:modified>
</cp:coreProperties>
</file>